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현우 조" initials="현조" lastIdx="1" clrIdx="0">
    <p:extLst>
      <p:ext uri="{19B8F6BF-5375-455C-9EA6-DF929625EA0E}">
        <p15:presenceInfo xmlns:p15="http://schemas.microsoft.com/office/powerpoint/2012/main" userId="599b3ab354deff3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F06DD0-5F29-47CD-8DB1-0E8E13034AEF}" v="77" dt="2026-05-25T08:20:50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5/10/relationships/revisionInfo" Target="revisionInfo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28T14:28:48.509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투두 리스트 과제</a:t>
            </a:r>
            <a:endParaRPr lang="ko-KR" altLang="en-US" dirty="0">
              <a:ea typeface="맑은 고딕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>
                <a:ea typeface="맑은 고딕"/>
              </a:rPr>
              <a:t>2501139 조현우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B3166A-0639-888D-ACB0-779E9F030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507872-C6F5-90A5-70DD-9E49EFD0C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avaScript</a:t>
            </a:r>
            <a:r>
              <a:rPr lang="ko-KR" altLang="en-US" dirty="0"/>
              <a:t>와 </a:t>
            </a:r>
            <a:r>
              <a:rPr lang="en-US" altLang="ko-KR" dirty="0" err="1"/>
              <a:t>LocalStorage</a:t>
            </a:r>
            <a:r>
              <a:rPr lang="ko-KR" altLang="en-US" dirty="0"/>
              <a:t>를 활용한 투두리스트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사용자가 할 일을 추가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완료</a:t>
            </a:r>
            <a:r>
              <a:rPr lang="en-US" altLang="ko-KR" dirty="0"/>
              <a:t>, </a:t>
            </a:r>
            <a:r>
              <a:rPr lang="ko-KR" altLang="en-US" dirty="0"/>
              <a:t>삭제할 수 있고</a:t>
            </a:r>
            <a:r>
              <a:rPr lang="en-US" altLang="ko-KR" dirty="0"/>
              <a:t>, </a:t>
            </a:r>
            <a:r>
              <a:rPr lang="ko-KR" altLang="en-US" dirty="0" err="1"/>
              <a:t>새로고침을</a:t>
            </a:r>
            <a:r>
              <a:rPr lang="ko-KR" altLang="en-US" dirty="0"/>
              <a:t> 해도 데이터가 유지</a:t>
            </a:r>
          </a:p>
        </p:txBody>
      </p:sp>
    </p:spTree>
    <p:extLst>
      <p:ext uri="{BB962C8B-B14F-4D97-AF65-F5344CB8AC3E}">
        <p14:creationId xmlns:p14="http://schemas.microsoft.com/office/powerpoint/2010/main" val="338768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텍스트, 스크린샷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9DB5AA-CBB7-BF1F-269F-B3AC824544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9912" y="1878362"/>
            <a:ext cx="5972175" cy="37147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EDE0D9-EF60-EF13-83B9-2EA3075E2BEB}"/>
              </a:ext>
            </a:extLst>
          </p:cNvPr>
          <p:cNvSpPr txBox="1"/>
          <p:nvPr/>
        </p:nvSpPr>
        <p:spPr>
          <a:xfrm>
            <a:off x="3942825" y="971057"/>
            <a:ext cx="457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200" dirty="0"/>
              <a:t>초기 화면</a:t>
            </a:r>
          </a:p>
        </p:txBody>
      </p:sp>
    </p:spTree>
    <p:extLst>
      <p:ext uri="{BB962C8B-B14F-4D97-AF65-F5344CB8AC3E}">
        <p14:creationId xmlns:p14="http://schemas.microsoft.com/office/powerpoint/2010/main" val="354058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3FF64B-63AC-3E9F-27E8-69E1D187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할 일 추가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4FBA39F-6E2D-8A5B-E747-D72C12E57A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0962" y="2029619"/>
            <a:ext cx="4410075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317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1C432-49A7-E445-8B86-C0AA15FF1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7DCE22-E75A-0D0F-DD16-A4CDA7BD7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할 일 수정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4D61F436-56B6-24AB-C420-5A80356A8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8B53958-7415-A4E6-6D2F-3B4A4116A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30" y="1747838"/>
            <a:ext cx="5029200" cy="442912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502370E-6FDE-3D0F-AF9C-9F55C6FB1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730" y="1681163"/>
            <a:ext cx="516255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229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B91E4-2C2E-7EFD-3D9A-CFCC3D552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37B3DF-518C-836F-FEA5-7CCF94822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할 일 완료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F04E5C8D-458C-23F0-EA63-29437C28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AF4204-839A-21F4-EDD4-CAC4D862D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03" y="1825625"/>
            <a:ext cx="4857750" cy="42291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2B97805-EB2F-EC77-A056-0F8D015A6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74595"/>
            <a:ext cx="4676775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78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0F005-BD2D-5CBC-346F-18BF653FA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트러블슈팅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EA4A1-1E70-3611-E19A-1E3641CE0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삭제했는데 다른 항목이 사라짐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todos</a:t>
            </a:r>
            <a:r>
              <a:rPr lang="en-US" altLang="ko-KR" dirty="0"/>
              <a:t> = []; </a:t>
            </a:r>
            <a:r>
              <a:rPr lang="ko-KR" altLang="en-US" dirty="0"/>
              <a:t>에서 </a:t>
            </a:r>
            <a:r>
              <a:rPr lang="en-US" altLang="ko-KR" dirty="0" err="1"/>
              <a:t>todos.splice</a:t>
            </a:r>
            <a:r>
              <a:rPr lang="en-US" altLang="ko-KR" dirty="0"/>
              <a:t>(</a:t>
            </a:r>
            <a:r>
              <a:rPr lang="en-US" altLang="ko-KR" dirty="0" err="1"/>
              <a:t>i</a:t>
            </a:r>
            <a:r>
              <a:rPr lang="en-US" altLang="ko-KR" dirty="0"/>
              <a:t>, 1);</a:t>
            </a:r>
            <a:r>
              <a:rPr lang="ko-KR" altLang="en-US" dirty="0"/>
              <a:t>로 변경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7484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62</Words>
  <Application>Microsoft Office PowerPoint</Application>
  <PresentationFormat>와이드스크린</PresentationFormat>
  <Paragraphs>14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투두 리스트 과제</vt:lpstr>
      <vt:lpstr>프로젝트 소개</vt:lpstr>
      <vt:lpstr>PowerPoint 프레젠테이션</vt:lpstr>
      <vt:lpstr>할 일 추가</vt:lpstr>
      <vt:lpstr>할 일 수정</vt:lpstr>
      <vt:lpstr>할 일 완료, 삭제</vt:lpstr>
      <vt:lpstr>트러블슈팅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현우</dc:creator>
  <cp:lastModifiedBy>YJU</cp:lastModifiedBy>
  <cp:revision>28</cp:revision>
  <dcterms:created xsi:type="dcterms:W3CDTF">2026-05-25T08:16:03Z</dcterms:created>
  <dcterms:modified xsi:type="dcterms:W3CDTF">2026-05-29T03:01:28Z</dcterms:modified>
</cp:coreProperties>
</file>